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200" d="100"/>
          <a:sy n="200" d="100"/>
        </p:scale>
        <p:origin x="-41" y="-1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0A8D0-3E0F-FCDF-66C7-7D429FE4A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52D7E1-92B7-110F-41F1-E2917355B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8B9AC6-5D14-A9FB-CF7A-66C3EE83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424F69-20C4-4643-7B89-E82B68C5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09E0C9-C8A1-9670-B14C-A69A5030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8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DCCF5-3BFC-7224-BE52-79EA4717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E0035-B3FB-5620-5FB7-CF637B3C3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9F897-4F42-FC1A-F702-4472A530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F8F23-5492-FF32-8DC1-F61C01E4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EEAD1-3508-7A59-A9EC-AF329C30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4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423B6-4840-1671-2049-BFF5461D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30FCC9-6EEC-ABAB-6AF7-14064616C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3BFE6-C1F2-E847-E957-AAE2C745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4D5E6-63A1-4AA6-933F-80F374CB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C34D2-7780-4068-9696-8B38C138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3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97C07-8A76-99FE-6F6D-63B12DD1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6D02A-027A-3216-7101-3A71D9351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71DBCA-EC77-B33D-DBC5-591C42E63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6B8E97-C780-F69A-1691-D855E576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5BC52D-7979-B4C6-EFFB-D315BDE7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08DBD2-535D-A5EF-A560-CFAF7EBA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5B97FC-E1F7-CD82-AC11-C5D781DD8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0A3F1-302A-53DC-E41C-401A7187B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10A099-2C6B-1522-AED3-C049950BD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A823A3-5C6B-D7E3-C7A4-5523B4EA6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0E13F2-2501-6AAE-5179-82D37B4DA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C19543-831D-1653-0882-797E10AF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76AD6D-050A-8753-97A4-1E1DBD90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576C81-A9B5-8EE7-4C75-E2D1F65C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0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D8506-9D8E-D62F-FA5F-75E3BBE5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DD3B89-46ED-C6FA-A84A-3D7CFA8C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69F87B-908B-51CF-B127-E2B69403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E6ADE6-0EC0-FD14-06E9-270017D6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0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0D3BA3-43AF-B738-14DD-D17989F2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FA78D2-3A24-C060-E249-A93EA697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F40FC-6CA4-AE19-EA30-307C2E19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6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9FEC3-8996-0D8C-94B4-AC571BF4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515DBC-1C60-620E-FE38-8CD84EDA4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4D988F-1F2B-C460-AA76-A0BB6E89E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B50B1D-A579-6167-D1FB-32615A3D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30B05-36A2-5DCA-7D94-ED507B5F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310522-A9EE-491C-25C1-450BE23C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5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0A824-C4DA-968B-D0DC-1A37FC2E6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5C6F0F-2C2A-4F62-F3DD-42F2A223B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3E82F0-AA79-1E2B-A6E6-FAB7256C8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315DB9-D0CE-B177-4B5A-C384CEC6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1673F5-6ECB-29AB-EB07-47EECAFC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1B85DA-DC64-3396-DC3B-D8E92437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7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5497A-3090-ACF4-EE6B-A2B0C630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00EAB7-BBDF-E275-873E-0EF43C13E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13FADB-9379-B69D-DDB2-4F5F5591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FB600-6AD2-E38C-7108-C5502E9C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35E791-B6C6-6237-D95C-7E6F6365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8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DD19EF-4067-B942-7D2C-7EFE417BC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0808AE-624E-474C-DEC6-A77B6A920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AC9B0-FB93-DD73-F6A1-663E8340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1470A2-0C9B-3A2F-E991-0BB8D017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ECCD9B-4FEA-1EAD-F4D2-B685A513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8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7A69D8-0A36-9F1F-3721-9AFA314C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F6FDFD-8BFB-059C-543C-EB8BB6E0B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0734D4-4601-9A01-7947-A13A45264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D877E-77C8-48B9-AAC5-6996F73C61D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00DBA-4941-852D-295A-047F9EA94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CB848-8B27-CCCC-28DC-3623B6342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1BBB4-2771-499F-9BDE-D8B5935D4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2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8285EF3-91D3-5DAF-3158-D35F17818ECC}"/>
                  </a:ext>
                </a:extLst>
              </p:cNvPr>
              <p:cNvSpPr txBox="1"/>
              <p:nvPr/>
            </p:nvSpPr>
            <p:spPr>
              <a:xfrm>
                <a:off x="327071" y="2407483"/>
                <a:ext cx="6152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dirty="0"/>
                  <a:t>(2D)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8285EF3-91D3-5DAF-3158-D35F17818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71" y="2407483"/>
                <a:ext cx="615250" cy="646331"/>
              </a:xfrm>
              <a:prstGeom prst="rect">
                <a:avLst/>
              </a:prstGeom>
              <a:blipFill>
                <a:blip r:embed="rId2"/>
                <a:stretch>
                  <a:fillRect l="-7921" r="-5941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6F73CB-FB26-0EA3-9728-A5167D7477F7}"/>
              </a:ext>
            </a:extLst>
          </p:cNvPr>
          <p:cNvGrpSpPr/>
          <p:nvPr/>
        </p:nvGrpSpPr>
        <p:grpSpPr>
          <a:xfrm>
            <a:off x="1308778" y="2251097"/>
            <a:ext cx="802717" cy="802717"/>
            <a:chOff x="1308778" y="2251097"/>
            <a:chExt cx="802717" cy="802717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42E1A8D-DC18-C8BD-E982-5994B841969D}"/>
                </a:ext>
              </a:extLst>
            </p:cNvPr>
            <p:cNvSpPr/>
            <p:nvPr/>
          </p:nvSpPr>
          <p:spPr>
            <a:xfrm>
              <a:off x="1333208" y="2275527"/>
              <a:ext cx="753856" cy="7538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pic>
          <p:nvPicPr>
            <p:cNvPr id="11" name="图形 10" descr="关闭 轮廓">
              <a:extLst>
                <a:ext uri="{FF2B5EF4-FFF2-40B4-BE49-F238E27FC236}">
                  <a16:creationId xmlns:a16="http://schemas.microsoft.com/office/drawing/2014/main" id="{616F6607-0406-949F-89E4-65F24A73E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08778" y="2251097"/>
              <a:ext cx="802717" cy="802717"/>
            </a:xfrm>
            <a:prstGeom prst="rect">
              <a:avLst/>
            </a:prstGeom>
          </p:spPr>
        </p:pic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3F01D2-7D0A-7AC1-9972-4AC0881B47B2}"/>
              </a:ext>
            </a:extLst>
          </p:cNvPr>
          <p:cNvSpPr/>
          <p:nvPr/>
        </p:nvSpPr>
        <p:spPr>
          <a:xfrm>
            <a:off x="2477952" y="1786916"/>
            <a:ext cx="530492" cy="1731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8CA56F2-2A55-9F66-8C0D-78FC12BCA296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865414" y="2652455"/>
            <a:ext cx="4677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2C255C3-BA4C-3C44-43B4-328E4F6C1227}"/>
              </a:ext>
            </a:extLst>
          </p:cNvPr>
          <p:cNvCxnSpPr>
            <a:stCxn id="9" idx="6"/>
            <a:endCxn id="13" idx="1"/>
          </p:cNvCxnSpPr>
          <p:nvPr/>
        </p:nvCxnSpPr>
        <p:spPr>
          <a:xfrm>
            <a:off x="2087064" y="2652455"/>
            <a:ext cx="3908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4F8388D-F48A-18AB-B4CC-1B3864ACE8B2}"/>
              </a:ext>
            </a:extLst>
          </p:cNvPr>
          <p:cNvGrpSpPr/>
          <p:nvPr/>
        </p:nvGrpSpPr>
        <p:grpSpPr>
          <a:xfrm>
            <a:off x="3447821" y="2251097"/>
            <a:ext cx="802717" cy="802717"/>
            <a:chOff x="1308778" y="2251097"/>
            <a:chExt cx="802717" cy="802717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F0603C1-A960-96BA-E778-DB868D5EA791}"/>
                </a:ext>
              </a:extLst>
            </p:cNvPr>
            <p:cNvSpPr/>
            <p:nvPr/>
          </p:nvSpPr>
          <p:spPr>
            <a:xfrm>
              <a:off x="1333208" y="2275527"/>
              <a:ext cx="753856" cy="7538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pic>
          <p:nvPicPr>
            <p:cNvPr id="25" name="图形 24" descr="关闭 轮廓">
              <a:extLst>
                <a:ext uri="{FF2B5EF4-FFF2-40B4-BE49-F238E27FC236}">
                  <a16:creationId xmlns:a16="http://schemas.microsoft.com/office/drawing/2014/main" id="{C7A0A760-1F67-440D-022F-EAAE1AB0C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08778" y="2251097"/>
              <a:ext cx="802717" cy="802717"/>
            </a:xfrm>
            <a:prstGeom prst="rect">
              <a:avLst/>
            </a:prstGeom>
          </p:spPr>
        </p:pic>
      </p:grp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6F852B0-FCAF-1B63-C474-BB494588194D}"/>
              </a:ext>
            </a:extLst>
          </p:cNvPr>
          <p:cNvSpPr/>
          <p:nvPr/>
        </p:nvSpPr>
        <p:spPr>
          <a:xfrm>
            <a:off x="4616995" y="1786916"/>
            <a:ext cx="530492" cy="1731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309C522-F786-F7D5-E7F1-6B519A4B3F88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004457" y="2652455"/>
            <a:ext cx="4677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13B9506-F613-F047-0478-1550F222D117}"/>
              </a:ext>
            </a:extLst>
          </p:cNvPr>
          <p:cNvCxnSpPr>
            <a:stCxn id="24" idx="6"/>
            <a:endCxn id="26" idx="1"/>
          </p:cNvCxnSpPr>
          <p:nvPr/>
        </p:nvCxnSpPr>
        <p:spPr>
          <a:xfrm>
            <a:off x="4226107" y="2652455"/>
            <a:ext cx="3908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D0EB829-F95D-2BA9-19F2-3156E7A806D5}"/>
              </a:ext>
            </a:extLst>
          </p:cNvPr>
          <p:cNvGrpSpPr/>
          <p:nvPr/>
        </p:nvGrpSpPr>
        <p:grpSpPr>
          <a:xfrm>
            <a:off x="5586864" y="2251097"/>
            <a:ext cx="802717" cy="802717"/>
            <a:chOff x="1308778" y="2251097"/>
            <a:chExt cx="802717" cy="802717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1938FDB-0F7F-FB85-DCB0-4B592E9A9CC2}"/>
                </a:ext>
              </a:extLst>
            </p:cNvPr>
            <p:cNvSpPr/>
            <p:nvPr/>
          </p:nvSpPr>
          <p:spPr>
            <a:xfrm>
              <a:off x="1333208" y="2275527"/>
              <a:ext cx="753856" cy="7538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pic>
          <p:nvPicPr>
            <p:cNvPr id="32" name="图形 31" descr="关闭 轮廓">
              <a:extLst>
                <a:ext uri="{FF2B5EF4-FFF2-40B4-BE49-F238E27FC236}">
                  <a16:creationId xmlns:a16="http://schemas.microsoft.com/office/drawing/2014/main" id="{D9A144B2-E2F7-B979-AEFC-535D7C567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08778" y="2251097"/>
              <a:ext cx="802717" cy="802717"/>
            </a:xfrm>
            <a:prstGeom prst="rect">
              <a:avLst/>
            </a:prstGeom>
          </p:spPr>
        </p:pic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060425C-1228-D454-7FDE-EB9E624B0528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5143500" y="2652455"/>
            <a:ext cx="4677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0C0120D-07B4-0BFE-4850-0A5BB6425B6C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6365150" y="2652455"/>
            <a:ext cx="3908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79EDE5C-2864-80AD-E31E-850B5E1633A1}"/>
              </a:ext>
            </a:extLst>
          </p:cNvPr>
          <p:cNvSpPr txBox="1"/>
          <p:nvPr/>
        </p:nvSpPr>
        <p:spPr>
          <a:xfrm>
            <a:off x="1289475" y="3029383"/>
            <a:ext cx="841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</a:t>
            </a:r>
          </a:p>
          <a:p>
            <a:pPr algn="ctr"/>
            <a:r>
              <a:rPr lang="en-US" dirty="0"/>
              <a:t>(L=16)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1882CE5-2B39-9CF5-F79F-25FC56876941}"/>
              </a:ext>
            </a:extLst>
          </p:cNvPr>
          <p:cNvSpPr txBox="1"/>
          <p:nvPr/>
        </p:nvSpPr>
        <p:spPr>
          <a:xfrm>
            <a:off x="2326218" y="3571755"/>
            <a:ext cx="83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Linear</a:t>
            </a:r>
          </a:p>
          <a:p>
            <a:pPr algn="ctr"/>
            <a:r>
              <a:rPr lang="en-US" dirty="0"/>
              <a:t>(256)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AD9B9AC-FCF0-667C-AFA3-D9FB27250060}"/>
              </a:ext>
            </a:extLst>
          </p:cNvPr>
          <p:cNvSpPr txBox="1"/>
          <p:nvPr/>
        </p:nvSpPr>
        <p:spPr>
          <a:xfrm>
            <a:off x="3490695" y="3053813"/>
            <a:ext cx="716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5259083-88D1-F077-5AA9-B25EFFF26BC0}"/>
              </a:ext>
            </a:extLst>
          </p:cNvPr>
          <p:cNvSpPr txBox="1"/>
          <p:nvPr/>
        </p:nvSpPr>
        <p:spPr>
          <a:xfrm>
            <a:off x="4465261" y="3571755"/>
            <a:ext cx="83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Linear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37C3196-CECF-21D3-82F9-5330E76A8B68}"/>
              </a:ext>
            </a:extLst>
          </p:cNvPr>
          <p:cNvSpPr txBox="1"/>
          <p:nvPr/>
        </p:nvSpPr>
        <p:spPr>
          <a:xfrm>
            <a:off x="5498012" y="3060174"/>
            <a:ext cx="980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Sigmoid</a:t>
            </a:r>
          </a:p>
        </p:txBody>
      </p: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8A6DE2C5-AD80-026B-ECF2-111E0B34D6A8}"/>
              </a:ext>
            </a:extLst>
          </p:cNvPr>
          <p:cNvSpPr/>
          <p:nvPr/>
        </p:nvSpPr>
        <p:spPr>
          <a:xfrm rot="5400000">
            <a:off x="3130904" y="3648534"/>
            <a:ext cx="369333" cy="1577515"/>
          </a:xfrm>
          <a:prstGeom prst="rightBrace">
            <a:avLst>
              <a:gd name="adj1" fmla="val 63235"/>
              <a:gd name="adj2" fmla="val 5155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2A802B-A943-2D16-C376-3A2FFD410418}"/>
                  </a:ext>
                </a:extLst>
              </p:cNvPr>
              <p:cNvSpPr txBox="1"/>
              <p:nvPr/>
            </p:nvSpPr>
            <p:spPr>
              <a:xfrm>
                <a:off x="3017356" y="4768053"/>
                <a:ext cx="596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10</a:t>
                </a: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2A802B-A943-2D16-C376-3A2FFD410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356" y="4768053"/>
                <a:ext cx="596428" cy="369332"/>
              </a:xfrm>
              <a:prstGeom prst="rect">
                <a:avLst/>
              </a:prstGeom>
              <a:blipFill>
                <a:blip r:embed="rId5"/>
                <a:stretch>
                  <a:fillRect t="-6557" r="-71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FEAB35CC-511C-EBE9-B162-5AE7CAABF4A2}"/>
              </a:ext>
            </a:extLst>
          </p:cNvPr>
          <p:cNvSpPr txBox="1"/>
          <p:nvPr/>
        </p:nvSpPr>
        <p:spPr>
          <a:xfrm>
            <a:off x="6756038" y="2403681"/>
            <a:ext cx="6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rgb</a:t>
            </a:r>
            <a:endParaRPr lang="en-US" b="0" dirty="0"/>
          </a:p>
          <a:p>
            <a:pPr algn="ctr"/>
            <a:r>
              <a:rPr lang="en-US" dirty="0"/>
              <a:t>(3D)</a:t>
            </a:r>
          </a:p>
        </p:txBody>
      </p:sp>
    </p:spTree>
    <p:extLst>
      <p:ext uri="{BB962C8B-B14F-4D97-AF65-F5344CB8AC3E}">
        <p14:creationId xmlns:p14="http://schemas.microsoft.com/office/powerpoint/2010/main" val="402138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26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Xiaolei Chu</dc:creator>
  <cp:lastModifiedBy>Xiaolei Chu</cp:lastModifiedBy>
  <cp:revision>1</cp:revision>
  <dcterms:created xsi:type="dcterms:W3CDTF">2025-11-17T06:36:53Z</dcterms:created>
  <dcterms:modified xsi:type="dcterms:W3CDTF">2025-11-17T08:05:40Z</dcterms:modified>
</cp:coreProperties>
</file>